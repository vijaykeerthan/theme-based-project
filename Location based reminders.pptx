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78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860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7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0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46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62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51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2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4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2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945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555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38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812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954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461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2025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6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D16D-45A9-47B1-8DBB-16D0A9B0B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2473" y="1816585"/>
            <a:ext cx="8689976" cy="250921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Bahnschrift" panose="020B0502040204020203" pitchFamily="34" charset="0"/>
                <a:ea typeface="Cambria Math" panose="02040503050406030204" pitchFamily="18" charset="0"/>
              </a:rPr>
              <a:t>Location based reminders</a:t>
            </a:r>
          </a:p>
        </p:txBody>
      </p:sp>
    </p:spTree>
    <p:extLst>
      <p:ext uri="{BB962C8B-B14F-4D97-AF65-F5344CB8AC3E}">
        <p14:creationId xmlns:p14="http://schemas.microsoft.com/office/powerpoint/2010/main" val="2863366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5484-3F5D-428E-862B-B0DA24FA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u="sng" dirty="0"/>
              <a:t>Review</a:t>
            </a:r>
            <a:r>
              <a:rPr lang="en-IN" u="sng" dirty="0">
                <a:latin typeface="Bahnschrift SemiBold" panose="020B0502040204020203" pitchFamily="34" charset="0"/>
              </a:rPr>
              <a:t>  - 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B9759-08C9-4C8D-8223-7910EC7B17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0363826" cy="3424107"/>
          </a:xfrm>
        </p:spPr>
        <p:txBody>
          <a:bodyPr>
            <a:normAutofit/>
          </a:bodyPr>
          <a:lstStyle/>
          <a:p>
            <a:r>
              <a:rPr lang="en-IN" sz="3600" dirty="0">
                <a:sym typeface="Wingdings" panose="05000000000000000000" pitchFamily="2" charset="2"/>
              </a:rPr>
              <a:t>Problem statement</a:t>
            </a:r>
          </a:p>
          <a:p>
            <a:r>
              <a:rPr lang="en-IN" sz="3600" dirty="0">
                <a:sym typeface="Wingdings" panose="05000000000000000000" pitchFamily="2" charset="2"/>
              </a:rPr>
              <a:t>solution </a:t>
            </a:r>
          </a:p>
          <a:p>
            <a:r>
              <a:rPr lang="en-IN" sz="3600" dirty="0">
                <a:sym typeface="Wingdings" panose="05000000000000000000" pitchFamily="2" charset="2"/>
              </a:rPr>
              <a:t>use cases</a:t>
            </a:r>
          </a:p>
          <a:p>
            <a:r>
              <a:rPr lang="en-IN" sz="3600" dirty="0">
                <a:sym typeface="Wingdings" panose="05000000000000000000" pitchFamily="2" charset="2"/>
              </a:rPr>
              <a:t>technology stack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70813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F6A741-1C48-4F26-8DC5-C695AC67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522" y="2214694"/>
            <a:ext cx="2007703" cy="2610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1A21D6-5CEC-469E-B984-62A7AE3A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C62F-79BA-4D8C-8ED3-6680648E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50" y="2028807"/>
            <a:ext cx="8124833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cs typeface="Times New Roman" panose="02020603050405020304" pitchFamily="18" charset="0"/>
              </a:rPr>
              <a:t>Most of the time we think of doing a task after reaching a location but afterwards we forget to do it. For example a person thought of paying challan after reaching work but he forget it. This happen every now and then.</a:t>
            </a:r>
          </a:p>
        </p:txBody>
      </p:sp>
    </p:spTree>
    <p:extLst>
      <p:ext uri="{BB962C8B-B14F-4D97-AF65-F5344CB8AC3E}">
        <p14:creationId xmlns:p14="http://schemas.microsoft.com/office/powerpoint/2010/main" val="336067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5347-7298-42AE-B36E-7758351F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6094C-66F9-48D0-8571-E3909CB66B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7064035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An application to set location based remainders. User can set, edit, cancel or snooze remainder as per their convenience.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A3196-FE10-4591-BF43-13D45A9E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809" y="2214694"/>
            <a:ext cx="3392555" cy="235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5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C32-B1AB-43E0-B87E-A06EC2533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39004"/>
            <a:ext cx="10364451" cy="1596177"/>
          </a:xfrm>
        </p:spPr>
        <p:txBody>
          <a:bodyPr/>
          <a:lstStyle/>
          <a:p>
            <a:pPr algn="l"/>
            <a:r>
              <a:rPr lang="en-IN" dirty="0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76C7-B7B4-44B7-9860-6F638F6812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135181"/>
            <a:ext cx="10363826" cy="4066836"/>
          </a:xfrm>
        </p:spPr>
        <p:txBody>
          <a:bodyPr>
            <a:normAutofit/>
          </a:bodyPr>
          <a:lstStyle/>
          <a:p>
            <a:r>
              <a:rPr lang="en-IN" sz="3200" dirty="0"/>
              <a:t>Set remainder</a:t>
            </a:r>
          </a:p>
          <a:p>
            <a:r>
              <a:rPr lang="en-IN" sz="3200" dirty="0"/>
              <a:t>Set remainder location</a:t>
            </a:r>
          </a:p>
          <a:p>
            <a:r>
              <a:rPr lang="en-IN" sz="3200" dirty="0"/>
              <a:t>Remainder time</a:t>
            </a:r>
          </a:p>
          <a:p>
            <a:r>
              <a:rPr lang="en-IN" sz="3200" dirty="0"/>
              <a:t>Edit remainder</a:t>
            </a:r>
          </a:p>
          <a:p>
            <a:r>
              <a:rPr lang="en-IN" sz="3200" dirty="0"/>
              <a:t>Snooze remainder</a:t>
            </a:r>
          </a:p>
          <a:p>
            <a:r>
              <a:rPr lang="en-IN" sz="3200" dirty="0"/>
              <a:t>Delete remainder</a:t>
            </a:r>
          </a:p>
        </p:txBody>
      </p:sp>
    </p:spTree>
    <p:extLst>
      <p:ext uri="{BB962C8B-B14F-4D97-AF65-F5344CB8AC3E}">
        <p14:creationId xmlns:p14="http://schemas.microsoft.com/office/powerpoint/2010/main" val="35972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2C39-746E-45AB-8BB0-7BF6D1156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4DD33-72A3-478C-A40F-DB4C5C9702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Android studio</a:t>
            </a:r>
          </a:p>
          <a:p>
            <a:r>
              <a:rPr lang="en-IN" sz="3200" dirty="0"/>
              <a:t>Java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1414446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80</TotalTime>
  <Words>106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Bahnschrift SemiBold</vt:lpstr>
      <vt:lpstr>Garamond</vt:lpstr>
      <vt:lpstr>Organic</vt:lpstr>
      <vt:lpstr>Location based reminders</vt:lpstr>
      <vt:lpstr>Review  -  1</vt:lpstr>
      <vt:lpstr>Problem statement</vt:lpstr>
      <vt:lpstr>Solution</vt:lpstr>
      <vt:lpstr>Use case</vt:lpstr>
      <vt:lpstr>Technology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Location based reminders</dc:title>
  <dc:creator>vijay keerthan</dc:creator>
  <cp:lastModifiedBy>vijay keerthan</cp:lastModifiedBy>
  <cp:revision>9</cp:revision>
  <dcterms:created xsi:type="dcterms:W3CDTF">2019-02-25T05:29:07Z</dcterms:created>
  <dcterms:modified xsi:type="dcterms:W3CDTF">2019-02-25T06:49:29Z</dcterms:modified>
</cp:coreProperties>
</file>